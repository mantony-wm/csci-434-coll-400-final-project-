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Fira Sans Extra Condensed Medium"/>
      <p:regular r:id="rId15"/>
      <p:bold r:id="rId16"/>
      <p:italic r:id="rId17"/>
      <p:boldItalic r:id="rId18"/>
    </p:embeddedFont>
    <p:embeddedFont>
      <p:font typeface="Squada One"/>
      <p:regular r:id="rId19"/>
    </p:embeddedFont>
    <p:embeddedFont>
      <p:font typeface="Roboto Condensed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RobotoCondensedLight-regular.fntdata"/><Relationship Id="rId22" Type="http://schemas.openxmlformats.org/officeDocument/2006/relationships/font" Target="fonts/RobotoCondensedLight-italic.fntdata"/><Relationship Id="rId21" Type="http://schemas.openxmlformats.org/officeDocument/2006/relationships/font" Target="fonts/RobotoCondensedLight-bold.fntdata"/><Relationship Id="rId23" Type="http://schemas.openxmlformats.org/officeDocument/2006/relationships/font" Target="fonts/RobotoCondensedLight-boldItalic.fntdata"/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5" Type="http://schemas.openxmlformats.org/officeDocument/2006/relationships/font" Target="fonts/FiraSansExtraCondensedMedium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FiraSansExtraCondensedMedium-italic.fntdata"/><Relationship Id="rId16" Type="http://schemas.openxmlformats.org/officeDocument/2006/relationships/font" Target="fonts/FiraSansExtraCondensedMedium-bold.fntdata"/><Relationship Id="rId19" Type="http://schemas.openxmlformats.org/officeDocument/2006/relationships/font" Target="fonts/SquadaOne-regular.fntdata"/><Relationship Id="rId18" Type="http://schemas.openxmlformats.org/officeDocument/2006/relationships/font" Target="fonts/FiraSansExtraCondensed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a39e485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a39e485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555f6d730f1d2774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555f6d730f1d2774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a9fac9a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a9fac9a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machine, random forest - aggregates multiple decision trees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a9fac9a4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a9fac9a4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a9fac9a4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da9fac9a4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freepik.es/foto-gratis/macho-angulo-casco-realidad-virtual_7133530.htm" TargetMode="External"/><Relationship Id="rId3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5"/>
          <p:cNvSpPr txBox="1"/>
          <p:nvPr>
            <p:ph idx="3" type="ctrTitle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5"/>
          <p:cNvSpPr txBox="1"/>
          <p:nvPr>
            <p:ph idx="4" type="ctrTitle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050488" y="1999184"/>
            <a:ext cx="2658200" cy="2384800"/>
          </a:xfrm>
          <a:prstGeom prst="flowChartPreparation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rot="5400000">
            <a:off x="4435288" y="1999174"/>
            <a:ext cx="2658200" cy="238480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067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48" name="Google Shape;48;p7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5427750" y="1819787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type="ctrTitle"/>
          </p:nvPr>
        </p:nvSpPr>
        <p:spPr>
          <a:xfrm flipH="1">
            <a:off x="5427750" y="981587"/>
            <a:ext cx="28575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subTitle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3" type="subTitle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4" type="subTitle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type="ctrTitle"/>
          </p:nvPr>
        </p:nvSpPr>
        <p:spPr>
          <a:xfrm flipH="1">
            <a:off x="1187500" y="445025"/>
            <a:ext cx="6784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539999" y="1400065"/>
            <a:ext cx="80640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537375" y="3235240"/>
            <a:ext cx="80667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-34698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41479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04897" y="-69508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3773854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3"/>
          <p:cNvSpPr txBox="1"/>
          <p:nvPr>
            <p:ph idx="2" type="ctrTitle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" name="Google Shape;84;p13"/>
          <p:cNvSpPr txBox="1"/>
          <p:nvPr>
            <p:ph idx="3" type="subTitle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3"/>
          <p:cNvSpPr txBox="1"/>
          <p:nvPr>
            <p:ph idx="4" type="ctrTitle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5" type="subTitle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3"/>
          <p:cNvSpPr txBox="1"/>
          <p:nvPr>
            <p:ph idx="6" type="ctrTitle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" name="Google Shape;88;p13"/>
          <p:cNvSpPr txBox="1"/>
          <p:nvPr>
            <p:ph idx="7" type="subTitle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9" type="title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3" type="title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4" type="title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5" type="title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36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657228" y="2252441"/>
            <a:ext cx="19593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4"/>
          <p:cNvSpPr txBox="1"/>
          <p:nvPr>
            <p:ph idx="2" type="ctrTitle"/>
          </p:nvPr>
        </p:nvSpPr>
        <p:spPr>
          <a:xfrm>
            <a:off x="693636" y="3580934"/>
            <a:ext cx="190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4"/>
          <p:cNvSpPr txBox="1"/>
          <p:nvPr>
            <p:ph idx="3" type="subTitle"/>
          </p:nvPr>
        </p:nvSpPr>
        <p:spPr>
          <a:xfrm>
            <a:off x="693636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4"/>
          <p:cNvSpPr txBox="1"/>
          <p:nvPr>
            <p:ph idx="4" type="ctrTitle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" name="Google Shape;100;p14"/>
          <p:cNvSpPr txBox="1"/>
          <p:nvPr>
            <p:ph idx="5" type="subTitle"/>
          </p:nvPr>
        </p:nvSpPr>
        <p:spPr>
          <a:xfrm>
            <a:off x="3188332" y="2252437"/>
            <a:ext cx="183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14"/>
          <p:cNvSpPr txBox="1"/>
          <p:nvPr>
            <p:ph idx="6" type="ctrTitle"/>
          </p:nvPr>
        </p:nvSpPr>
        <p:spPr>
          <a:xfrm>
            <a:off x="3233530" y="3580934"/>
            <a:ext cx="1753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4"/>
          <p:cNvSpPr txBox="1"/>
          <p:nvPr>
            <p:ph idx="7" type="subTitle"/>
          </p:nvPr>
        </p:nvSpPr>
        <p:spPr>
          <a:xfrm>
            <a:off x="3157180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4"/>
          <p:cNvSpPr txBox="1"/>
          <p:nvPr>
            <p:ph idx="8" type="ctrTitle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9" type="title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hasCustomPrompt="1" idx="13" type="title"/>
          </p:nvPr>
        </p:nvSpPr>
        <p:spPr>
          <a:xfrm>
            <a:off x="693636" y="3141768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/>
          <p:nvPr>
            <p:ph hasCustomPrompt="1" idx="14" type="title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hasCustomPrompt="1" idx="15" type="title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195283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76" y="-48298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3042082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586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9457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3045130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8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16" name="Google Shape;116;p15"/>
          <p:cNvSpPr txBox="1"/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7" name="Google Shape;11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79774" y="-405667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988976" y="2112358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3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4511650" y="3131900"/>
            <a:ext cx="3717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21" name="Google Shape;121;p16"/>
          <p:cNvSpPr txBox="1"/>
          <p:nvPr>
            <p:ph type="ctrTitle"/>
          </p:nvPr>
        </p:nvSpPr>
        <p:spPr>
          <a:xfrm>
            <a:off x="4511650" y="1054625"/>
            <a:ext cx="37179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25110" y="-501568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213857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p17"/>
          <p:cNvSpPr txBox="1"/>
          <p:nvPr>
            <p:ph hasCustomPrompt="1" idx="2" type="title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3143300" y="1928850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4" name="Google Shape;134;p18"/>
          <p:cNvSpPr txBox="1"/>
          <p:nvPr>
            <p:ph type="ctrTitle"/>
          </p:nvPr>
        </p:nvSpPr>
        <p:spPr>
          <a:xfrm flipH="1">
            <a:off x="2876000" y="709650"/>
            <a:ext cx="3392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8" y="286698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286865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421663" y="364835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1663" y="-58075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>
            <p:ph type="ctrTitle"/>
          </p:nvPr>
        </p:nvSpPr>
        <p:spPr>
          <a:xfrm flipH="1">
            <a:off x="2359650" y="1400650"/>
            <a:ext cx="44247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2378700" y="2530005"/>
            <a:ext cx="43866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9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1398700" y="2910300"/>
            <a:ext cx="3486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45" name="Google Shape;14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ctrTitle"/>
          </p:nvPr>
        </p:nvSpPr>
        <p:spPr>
          <a:xfrm>
            <a:off x="5225420" y="1852550"/>
            <a:ext cx="29652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5242550" y="2648825"/>
            <a:ext cx="2930700" cy="12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12650" y="344875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2" name="Google Shape;152;p22"/>
          <p:cNvSpPr txBox="1"/>
          <p:nvPr>
            <p:ph idx="2" type="subTitle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22"/>
          <p:cNvSpPr txBox="1"/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22"/>
          <p:cNvSpPr txBox="1"/>
          <p:nvPr>
            <p:ph idx="3" type="ctrTitle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22"/>
          <p:cNvSpPr txBox="1"/>
          <p:nvPr>
            <p:ph idx="4" type="ctrTitle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 text 5">
  <p:cSld name="CUSTOM_4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4390050" y="2938200"/>
            <a:ext cx="3405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2" name="Google Shape;162;p23"/>
          <p:cNvSpPr txBox="1"/>
          <p:nvPr>
            <p:ph type="ctrTitle"/>
          </p:nvPr>
        </p:nvSpPr>
        <p:spPr>
          <a:xfrm flipH="1">
            <a:off x="4114500" y="2004895"/>
            <a:ext cx="39561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63" name="Google Shape;16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823501" y="-1143550"/>
            <a:ext cx="4655626" cy="4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1459" y="252380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3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24"/>
          <p:cNvSpPr txBox="1"/>
          <p:nvPr>
            <p:ph idx="2" type="ctrTitle"/>
          </p:nvPr>
        </p:nvSpPr>
        <p:spPr>
          <a:xfrm>
            <a:off x="2750155" y="149206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8" name="Google Shape;168;p24"/>
          <p:cNvSpPr txBox="1"/>
          <p:nvPr>
            <p:ph idx="1" type="subTitle"/>
          </p:nvPr>
        </p:nvSpPr>
        <p:spPr>
          <a:xfrm>
            <a:off x="2750119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9" name="Google Shape;169;p24"/>
          <p:cNvSpPr txBox="1"/>
          <p:nvPr>
            <p:ph idx="3" type="ctrTitle"/>
          </p:nvPr>
        </p:nvSpPr>
        <p:spPr>
          <a:xfrm>
            <a:off x="4800201" y="14973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0" name="Google Shape;170;p24"/>
          <p:cNvSpPr txBox="1"/>
          <p:nvPr>
            <p:ph idx="4" type="subTitle"/>
          </p:nvPr>
        </p:nvSpPr>
        <p:spPr>
          <a:xfrm>
            <a:off x="4800165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24"/>
          <p:cNvSpPr txBox="1"/>
          <p:nvPr>
            <p:ph idx="5" type="ctrTitle"/>
          </p:nvPr>
        </p:nvSpPr>
        <p:spPr>
          <a:xfrm>
            <a:off x="3794948" y="3219050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2" name="Google Shape;172;p24"/>
          <p:cNvSpPr txBox="1"/>
          <p:nvPr>
            <p:ph idx="6" type="subTitle"/>
          </p:nvPr>
        </p:nvSpPr>
        <p:spPr>
          <a:xfrm>
            <a:off x="3753025" y="3910976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 rot="5400000">
            <a:off x="2534502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 rot="5400000">
            <a:off x="3566117" y="2781995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 rot="5400000">
            <a:off x="4584549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62630" y="2659235"/>
            <a:ext cx="2928524" cy="264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ctrTitle"/>
          </p:nvPr>
        </p:nvSpPr>
        <p:spPr>
          <a:xfrm>
            <a:off x="3716190" y="206257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1" name="Google Shape;181;p25"/>
          <p:cNvSpPr txBox="1"/>
          <p:nvPr>
            <p:ph idx="1" type="subTitle"/>
          </p:nvPr>
        </p:nvSpPr>
        <p:spPr>
          <a:xfrm>
            <a:off x="3716190" y="2765019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ctrTitle"/>
          </p:nvPr>
        </p:nvSpPr>
        <p:spPr>
          <a:xfrm>
            <a:off x="5910940" y="206632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3" name="Google Shape;183;p25"/>
          <p:cNvSpPr txBox="1"/>
          <p:nvPr>
            <p:ph idx="4" type="subTitle"/>
          </p:nvPr>
        </p:nvSpPr>
        <p:spPr>
          <a:xfrm>
            <a:off x="5910940" y="2866007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5" type="ctrTitle"/>
          </p:nvPr>
        </p:nvSpPr>
        <p:spPr>
          <a:xfrm>
            <a:off x="1521440" y="206258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25"/>
          <p:cNvSpPr txBox="1"/>
          <p:nvPr>
            <p:ph idx="6" type="subTitle"/>
          </p:nvPr>
        </p:nvSpPr>
        <p:spPr>
          <a:xfrm>
            <a:off x="1479590" y="2765029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38825" y="3806025"/>
            <a:ext cx="2957125" cy="266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56536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584314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345894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364839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12641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145370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7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26"/>
          <p:cNvSpPr txBox="1"/>
          <p:nvPr>
            <p:ph idx="2" type="ctrTitle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26"/>
          <p:cNvSpPr txBox="1"/>
          <p:nvPr>
            <p:ph idx="3" type="ctrTitle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6"/>
          <p:cNvSpPr txBox="1"/>
          <p:nvPr>
            <p:ph idx="4" type="subTitle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6"/>
          <p:cNvSpPr txBox="1"/>
          <p:nvPr>
            <p:ph idx="5" type="ctrTitle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6"/>
          <p:cNvSpPr txBox="1"/>
          <p:nvPr>
            <p:ph idx="6" type="subTitle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3" name="Google Shape;20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/>
          <p:nvPr>
            <p:ph idx="7" type="ctrTitle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6" name="Google Shape;206;p26"/>
          <p:cNvSpPr txBox="1"/>
          <p:nvPr>
            <p:ph idx="8" type="subTitle"/>
          </p:nvPr>
        </p:nvSpPr>
        <p:spPr>
          <a:xfrm>
            <a:off x="5920252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6"/>
          <p:cNvSpPr txBox="1"/>
          <p:nvPr>
            <p:ph idx="9" type="ctrTitle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8" name="Google Shape;208;p26"/>
          <p:cNvSpPr txBox="1"/>
          <p:nvPr>
            <p:ph idx="13" type="subTitle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9" name="Google Shape;209;p26"/>
          <p:cNvSpPr txBox="1"/>
          <p:nvPr>
            <p:ph idx="14" type="ctrTitle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" name="Google Shape;210;p26"/>
          <p:cNvSpPr txBox="1"/>
          <p:nvPr>
            <p:ph idx="15" type="subTitle"/>
          </p:nvPr>
        </p:nvSpPr>
        <p:spPr>
          <a:xfrm>
            <a:off x="3675800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26"/>
          <p:cNvSpPr/>
          <p:nvPr/>
        </p:nvSpPr>
        <p:spPr>
          <a:xfrm>
            <a:off x="1366875" y="17058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36077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36077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58486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58486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1366875" y="32637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0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ctrTitle"/>
          </p:nvPr>
        </p:nvSpPr>
        <p:spPr>
          <a:xfrm>
            <a:off x="1242600" y="183097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9" name="Google Shape;219;p27"/>
          <p:cNvSpPr txBox="1"/>
          <p:nvPr>
            <p:ph idx="1" type="subTitle"/>
          </p:nvPr>
        </p:nvSpPr>
        <p:spPr>
          <a:xfrm>
            <a:off x="3106675" y="2632418"/>
            <a:ext cx="2930700" cy="12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20" name="Google Shape;220;p27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1" name="Google Shape;22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" y="-96213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2668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5" name="Google Shape;225;p28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26" name="Google Shape;226;p28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7" name="Google Shape;22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0" y="21349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5" y="-200131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1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ctrTitle"/>
          </p:nvPr>
        </p:nvSpPr>
        <p:spPr>
          <a:xfrm>
            <a:off x="1250675" y="2994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1" name="Google Shape;231;p29"/>
          <p:cNvSpPr txBox="1"/>
          <p:nvPr>
            <p:ph idx="1" type="subTitle"/>
          </p:nvPr>
        </p:nvSpPr>
        <p:spPr>
          <a:xfrm>
            <a:off x="3114750" y="36310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32" name="Google Shape;2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6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0" y="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457200" y="453668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6" name="Google Shape;23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idx="1" type="subTitle"/>
          </p:nvPr>
        </p:nvSpPr>
        <p:spPr>
          <a:xfrm>
            <a:off x="1638300" y="3524733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2" type="subTitle"/>
          </p:nvPr>
        </p:nvSpPr>
        <p:spPr>
          <a:xfrm>
            <a:off x="3104700" y="3514233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3" type="subTitle"/>
          </p:nvPr>
        </p:nvSpPr>
        <p:spPr>
          <a:xfrm>
            <a:off x="4571100" y="3511408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4" type="subTitle"/>
          </p:nvPr>
        </p:nvSpPr>
        <p:spPr>
          <a:xfrm>
            <a:off x="6023400" y="3529870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idx="5" type="subTitle"/>
          </p:nvPr>
        </p:nvSpPr>
        <p:spPr>
          <a:xfrm>
            <a:off x="1638300" y="3196233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6" type="subTitle"/>
          </p:nvPr>
        </p:nvSpPr>
        <p:spPr>
          <a:xfrm>
            <a:off x="3104700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7" type="subTitle"/>
          </p:nvPr>
        </p:nvSpPr>
        <p:spPr>
          <a:xfrm>
            <a:off x="4571999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8" type="subTitle"/>
          </p:nvPr>
        </p:nvSpPr>
        <p:spPr>
          <a:xfrm>
            <a:off x="6037498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45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47" name="Google Shape;2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idx="1" type="subTitle"/>
          </p:nvPr>
        </p:nvSpPr>
        <p:spPr>
          <a:xfrm>
            <a:off x="540000" y="3527280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2" type="subTitle"/>
          </p:nvPr>
        </p:nvSpPr>
        <p:spPr>
          <a:xfrm>
            <a:off x="2741438" y="2077288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3" type="subTitle"/>
          </p:nvPr>
        </p:nvSpPr>
        <p:spPr>
          <a:xfrm>
            <a:off x="5033512" y="3516526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4" type="subTitle"/>
          </p:nvPr>
        </p:nvSpPr>
        <p:spPr>
          <a:xfrm>
            <a:off x="7214825" y="2077856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5" type="subTitle"/>
          </p:nvPr>
        </p:nvSpPr>
        <p:spPr>
          <a:xfrm>
            <a:off x="532050" y="3198780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4" name="Google Shape;254;p31"/>
          <p:cNvSpPr txBox="1"/>
          <p:nvPr>
            <p:ph idx="6" type="subTitle"/>
          </p:nvPr>
        </p:nvSpPr>
        <p:spPr>
          <a:xfrm>
            <a:off x="2749388" y="17592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5" name="Google Shape;255;p31"/>
          <p:cNvSpPr txBox="1"/>
          <p:nvPr>
            <p:ph idx="7" type="subTitle"/>
          </p:nvPr>
        </p:nvSpPr>
        <p:spPr>
          <a:xfrm>
            <a:off x="5033512" y="3201351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6" name="Google Shape;256;p31"/>
          <p:cNvSpPr txBox="1"/>
          <p:nvPr>
            <p:ph idx="8" type="subTitle"/>
          </p:nvPr>
        </p:nvSpPr>
        <p:spPr>
          <a:xfrm>
            <a:off x="7222775" y="176525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7" name="Google Shape;257;p31"/>
          <p:cNvSpPr/>
          <p:nvPr/>
        </p:nvSpPr>
        <p:spPr>
          <a:xfrm>
            <a:off x="2774288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5058412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7247675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564900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46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63" name="Google Shape;2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>
            <p:ph idx="1" type="subTitle"/>
          </p:nvPr>
        </p:nvSpPr>
        <p:spPr>
          <a:xfrm>
            <a:off x="871700" y="2932300"/>
            <a:ext cx="13656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2"/>
          <p:cNvSpPr txBox="1"/>
          <p:nvPr>
            <p:ph idx="2" type="subTitle"/>
          </p:nvPr>
        </p:nvSpPr>
        <p:spPr>
          <a:xfrm>
            <a:off x="2957400" y="2914675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2"/>
          <p:cNvSpPr txBox="1"/>
          <p:nvPr>
            <p:ph idx="3" type="subTitle"/>
          </p:nvPr>
        </p:nvSpPr>
        <p:spPr>
          <a:xfrm>
            <a:off x="5026550" y="2911563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2"/>
          <p:cNvSpPr txBox="1"/>
          <p:nvPr>
            <p:ph idx="4" type="subTitle"/>
          </p:nvPr>
        </p:nvSpPr>
        <p:spPr>
          <a:xfrm>
            <a:off x="7080700" y="2906381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2"/>
          <p:cNvSpPr txBox="1"/>
          <p:nvPr>
            <p:ph idx="5" type="subTitle"/>
          </p:nvPr>
        </p:nvSpPr>
        <p:spPr>
          <a:xfrm>
            <a:off x="871700" y="260380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0" name="Google Shape;270;p32"/>
          <p:cNvSpPr txBox="1"/>
          <p:nvPr>
            <p:ph idx="6" type="subTitle"/>
          </p:nvPr>
        </p:nvSpPr>
        <p:spPr>
          <a:xfrm>
            <a:off x="2957400" y="259667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1" name="Google Shape;271;p32"/>
          <p:cNvSpPr txBox="1"/>
          <p:nvPr>
            <p:ph idx="7" type="subTitle"/>
          </p:nvPr>
        </p:nvSpPr>
        <p:spPr>
          <a:xfrm>
            <a:off x="5027449" y="25963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2" name="Google Shape;272;p32"/>
          <p:cNvSpPr txBox="1"/>
          <p:nvPr>
            <p:ph idx="8" type="subTitle"/>
          </p:nvPr>
        </p:nvSpPr>
        <p:spPr>
          <a:xfrm>
            <a:off x="7094798" y="259378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3" name="Google Shape;273;p32"/>
          <p:cNvSpPr/>
          <p:nvPr/>
        </p:nvSpPr>
        <p:spPr>
          <a:xfrm>
            <a:off x="4824854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676400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2762097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6885386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457200" y="166902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2548551" y="167175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4618345" y="1663035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6684933" y="166776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47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33"/>
          <p:cNvSpPr txBox="1"/>
          <p:nvPr>
            <p:ph idx="1" type="subTitle"/>
          </p:nvPr>
        </p:nvSpPr>
        <p:spPr>
          <a:xfrm>
            <a:off x="905500" y="2764675"/>
            <a:ext cx="1438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idx="2" type="subTitle"/>
          </p:nvPr>
        </p:nvSpPr>
        <p:spPr>
          <a:xfrm>
            <a:off x="2896725" y="2761596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3"/>
          <p:cNvSpPr txBox="1"/>
          <p:nvPr>
            <p:ph idx="3" type="subTitle"/>
          </p:nvPr>
        </p:nvSpPr>
        <p:spPr>
          <a:xfrm>
            <a:off x="4879150" y="2761049"/>
            <a:ext cx="1381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/>
          <p:nvPr>
            <p:ph idx="4" type="subTitle"/>
          </p:nvPr>
        </p:nvSpPr>
        <p:spPr>
          <a:xfrm>
            <a:off x="6833675" y="2760900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3"/>
          <p:cNvSpPr txBox="1"/>
          <p:nvPr>
            <p:ph idx="5" type="subTitle"/>
          </p:nvPr>
        </p:nvSpPr>
        <p:spPr>
          <a:xfrm>
            <a:off x="926600" y="2449250"/>
            <a:ext cx="143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6" type="subTitle"/>
          </p:nvPr>
        </p:nvSpPr>
        <p:spPr>
          <a:xfrm>
            <a:off x="2896724" y="24435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7" type="subTitle"/>
          </p:nvPr>
        </p:nvSpPr>
        <p:spPr>
          <a:xfrm>
            <a:off x="4880055" y="2445872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8" type="subTitle"/>
          </p:nvPr>
        </p:nvSpPr>
        <p:spPr>
          <a:xfrm>
            <a:off x="6847773" y="2448299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8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>
            <p:ph type="ctrTitle"/>
          </p:nvPr>
        </p:nvSpPr>
        <p:spPr>
          <a:xfrm flipH="1">
            <a:off x="540000" y="448619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95" name="Google Shape;2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>
            <p:ph idx="1" type="subTitle"/>
          </p:nvPr>
        </p:nvSpPr>
        <p:spPr>
          <a:xfrm>
            <a:off x="1526019" y="2570265"/>
            <a:ext cx="1812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4"/>
          <p:cNvSpPr txBox="1"/>
          <p:nvPr>
            <p:ph idx="2" type="subTitle"/>
          </p:nvPr>
        </p:nvSpPr>
        <p:spPr>
          <a:xfrm>
            <a:off x="3635401" y="2570272"/>
            <a:ext cx="1873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4"/>
          <p:cNvSpPr txBox="1"/>
          <p:nvPr>
            <p:ph idx="3" type="subTitle"/>
          </p:nvPr>
        </p:nvSpPr>
        <p:spPr>
          <a:xfrm>
            <a:off x="5797968" y="2559605"/>
            <a:ext cx="1850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4"/>
          <p:cNvSpPr txBox="1"/>
          <p:nvPr>
            <p:ph idx="4" type="subTitle"/>
          </p:nvPr>
        </p:nvSpPr>
        <p:spPr>
          <a:xfrm>
            <a:off x="1526019" y="3166668"/>
            <a:ext cx="1812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0" name="Google Shape;300;p34"/>
          <p:cNvSpPr txBox="1"/>
          <p:nvPr>
            <p:ph idx="5" type="subTitle"/>
          </p:nvPr>
        </p:nvSpPr>
        <p:spPr>
          <a:xfrm>
            <a:off x="3646051" y="3166668"/>
            <a:ext cx="1851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1" name="Google Shape;301;p34"/>
          <p:cNvSpPr txBox="1"/>
          <p:nvPr>
            <p:ph idx="6" type="subTitle"/>
          </p:nvPr>
        </p:nvSpPr>
        <p:spPr>
          <a:xfrm>
            <a:off x="5797968" y="3170098"/>
            <a:ext cx="18507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2" name="Google Shape;302;p34"/>
          <p:cNvSpPr/>
          <p:nvPr/>
        </p:nvSpPr>
        <p:spPr>
          <a:xfrm rot="5400000">
            <a:off x="10770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"/>
          <p:cNvSpPr/>
          <p:nvPr/>
        </p:nvSpPr>
        <p:spPr>
          <a:xfrm rot="5400000">
            <a:off x="321671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/>
          <p:nvPr/>
        </p:nvSpPr>
        <p:spPr>
          <a:xfrm rot="5400000">
            <a:off x="53563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49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4693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4681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/>
          <p:nvPr>
            <p:ph type="ctrTitle"/>
          </p:nvPr>
        </p:nvSpPr>
        <p:spPr>
          <a:xfrm flipH="1">
            <a:off x="457200" y="4522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9" name="Google Shape;309;p35"/>
          <p:cNvSpPr txBox="1"/>
          <p:nvPr>
            <p:ph idx="1" type="subTitle"/>
          </p:nvPr>
        </p:nvSpPr>
        <p:spPr>
          <a:xfrm>
            <a:off x="560206" y="2951258"/>
            <a:ext cx="2386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5"/>
          <p:cNvSpPr txBox="1"/>
          <p:nvPr>
            <p:ph idx="2" type="subTitle"/>
          </p:nvPr>
        </p:nvSpPr>
        <p:spPr>
          <a:xfrm>
            <a:off x="3390622" y="2951265"/>
            <a:ext cx="2380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5"/>
          <p:cNvSpPr txBox="1"/>
          <p:nvPr>
            <p:ph idx="3" type="subTitle"/>
          </p:nvPr>
        </p:nvSpPr>
        <p:spPr>
          <a:xfrm>
            <a:off x="6232531" y="2953683"/>
            <a:ext cx="236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5"/>
          <p:cNvSpPr txBox="1"/>
          <p:nvPr>
            <p:ph idx="4" type="subTitle"/>
          </p:nvPr>
        </p:nvSpPr>
        <p:spPr>
          <a:xfrm>
            <a:off x="560200" y="3571274"/>
            <a:ext cx="2386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3" name="Google Shape;313;p35"/>
          <p:cNvSpPr txBox="1"/>
          <p:nvPr>
            <p:ph idx="5" type="subTitle"/>
          </p:nvPr>
        </p:nvSpPr>
        <p:spPr>
          <a:xfrm>
            <a:off x="3404151" y="3571274"/>
            <a:ext cx="2353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4" name="Google Shape;314;p35"/>
          <p:cNvSpPr txBox="1"/>
          <p:nvPr>
            <p:ph idx="6" type="subTitle"/>
          </p:nvPr>
        </p:nvSpPr>
        <p:spPr>
          <a:xfrm>
            <a:off x="6232531" y="3561605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7" type="subTitle"/>
          </p:nvPr>
        </p:nvSpPr>
        <p:spPr>
          <a:xfrm>
            <a:off x="540000" y="2580087"/>
            <a:ext cx="2386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8" type="subTitle"/>
          </p:nvPr>
        </p:nvSpPr>
        <p:spPr>
          <a:xfrm>
            <a:off x="3384649" y="2580087"/>
            <a:ext cx="2353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9" type="subTitle"/>
          </p:nvPr>
        </p:nvSpPr>
        <p:spPr>
          <a:xfrm>
            <a:off x="6212900" y="2583512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8" name="Google Shape;318;p35"/>
          <p:cNvSpPr/>
          <p:nvPr/>
        </p:nvSpPr>
        <p:spPr>
          <a:xfrm>
            <a:off x="61200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3291900" y="2551782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4638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5"/>
          <p:cNvSpPr txBox="1"/>
          <p:nvPr/>
        </p:nvSpPr>
        <p:spPr>
          <a:xfrm>
            <a:off x="61235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4673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3295463" y="3619454"/>
            <a:ext cx="2553300" cy="3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26" name="Google Shape;32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4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ctrTitle"/>
          </p:nvPr>
        </p:nvSpPr>
        <p:spPr>
          <a:xfrm flipH="1">
            <a:off x="457200" y="44438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30" name="Google Shape;33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3169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3157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>
            <p:ph type="ctrTitle"/>
          </p:nvPr>
        </p:nvSpPr>
        <p:spPr>
          <a:xfrm flipH="1">
            <a:off x="540000" y="441718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50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39"/>
          <p:cNvSpPr txBox="1"/>
          <p:nvPr>
            <p:ph idx="1" type="subTitle"/>
          </p:nvPr>
        </p:nvSpPr>
        <p:spPr>
          <a:xfrm>
            <a:off x="1203833" y="2719326"/>
            <a:ext cx="2240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39"/>
          <p:cNvSpPr txBox="1"/>
          <p:nvPr>
            <p:ph idx="2" type="subTitle"/>
          </p:nvPr>
        </p:nvSpPr>
        <p:spPr>
          <a:xfrm>
            <a:off x="4766489" y="3583682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3" type="subTitle"/>
          </p:nvPr>
        </p:nvSpPr>
        <p:spPr>
          <a:xfrm>
            <a:off x="4772499" y="1802770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39"/>
          <p:cNvSpPr txBox="1"/>
          <p:nvPr>
            <p:ph idx="4" type="subTitle"/>
          </p:nvPr>
        </p:nvSpPr>
        <p:spPr>
          <a:xfrm>
            <a:off x="1203833" y="2196338"/>
            <a:ext cx="2240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5" type="subTitle"/>
          </p:nvPr>
        </p:nvSpPr>
        <p:spPr>
          <a:xfrm>
            <a:off x="4798042" y="3079150"/>
            <a:ext cx="227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6" type="subTitle"/>
          </p:nvPr>
        </p:nvSpPr>
        <p:spPr>
          <a:xfrm>
            <a:off x="4772499" y="1272083"/>
            <a:ext cx="2299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6">
  <p:cSld name="CUSTOM_5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ctrTitle"/>
          </p:nvPr>
        </p:nvSpPr>
        <p:spPr>
          <a:xfrm flipH="1">
            <a:off x="457200" y="43704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46" name="Google Shape;3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540059" y="-58607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6724" y="-59024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/>
          <p:nvPr>
            <p:ph idx="1" type="subTitle"/>
          </p:nvPr>
        </p:nvSpPr>
        <p:spPr>
          <a:xfrm>
            <a:off x="672350" y="1887930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0"/>
          <p:cNvSpPr txBox="1"/>
          <p:nvPr>
            <p:ph idx="2" type="subTitle"/>
          </p:nvPr>
        </p:nvSpPr>
        <p:spPr>
          <a:xfrm>
            <a:off x="3580500" y="3409864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0"/>
          <p:cNvSpPr txBox="1"/>
          <p:nvPr>
            <p:ph idx="3" type="subTitle"/>
          </p:nvPr>
        </p:nvSpPr>
        <p:spPr>
          <a:xfrm>
            <a:off x="6515100" y="1895625"/>
            <a:ext cx="1934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0"/>
          <p:cNvSpPr txBox="1"/>
          <p:nvPr>
            <p:ph idx="4" type="subTitle"/>
          </p:nvPr>
        </p:nvSpPr>
        <p:spPr>
          <a:xfrm>
            <a:off x="68345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4" name="Google Shape;354;p40"/>
          <p:cNvSpPr txBox="1"/>
          <p:nvPr>
            <p:ph idx="5" type="subTitle"/>
          </p:nvPr>
        </p:nvSpPr>
        <p:spPr>
          <a:xfrm>
            <a:off x="3591600" y="3070826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6" type="subTitle"/>
          </p:nvPr>
        </p:nvSpPr>
        <p:spPr>
          <a:xfrm>
            <a:off x="651510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7">
  <p:cSld name="CUSTOM_5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/>
          <p:nvPr>
            <p:ph type="ctrTitle"/>
          </p:nvPr>
        </p:nvSpPr>
        <p:spPr>
          <a:xfrm flipH="1">
            <a:off x="457200" y="437050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8" name="Google Shape;35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1"/>
          <p:cNvSpPr txBox="1"/>
          <p:nvPr>
            <p:ph idx="1" type="subTitle"/>
          </p:nvPr>
        </p:nvSpPr>
        <p:spPr>
          <a:xfrm>
            <a:off x="1700600" y="2921393"/>
            <a:ext cx="1395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1"/>
          <p:cNvSpPr txBox="1"/>
          <p:nvPr>
            <p:ph idx="2" type="subTitle"/>
          </p:nvPr>
        </p:nvSpPr>
        <p:spPr>
          <a:xfrm>
            <a:off x="1553500" y="2529762"/>
            <a:ext cx="164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1" name="Google Shape;361;p41"/>
          <p:cNvSpPr txBox="1"/>
          <p:nvPr>
            <p:ph idx="3" type="subTitle"/>
          </p:nvPr>
        </p:nvSpPr>
        <p:spPr>
          <a:xfrm>
            <a:off x="1691000" y="2027255"/>
            <a:ext cx="13953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2" name="Google Shape;362;p41"/>
          <p:cNvSpPr txBox="1"/>
          <p:nvPr>
            <p:ph idx="4" type="subTitle"/>
          </p:nvPr>
        </p:nvSpPr>
        <p:spPr>
          <a:xfrm>
            <a:off x="5929000" y="2926550"/>
            <a:ext cx="1643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41"/>
          <p:cNvSpPr txBox="1"/>
          <p:nvPr>
            <p:ph idx="5" type="subTitle"/>
          </p:nvPr>
        </p:nvSpPr>
        <p:spPr>
          <a:xfrm>
            <a:off x="5905750" y="2518950"/>
            <a:ext cx="16896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4" name="Google Shape;364;p41"/>
          <p:cNvSpPr txBox="1"/>
          <p:nvPr>
            <p:ph idx="6" type="subTitle"/>
          </p:nvPr>
        </p:nvSpPr>
        <p:spPr>
          <a:xfrm>
            <a:off x="6001300" y="2032688"/>
            <a:ext cx="149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5" name="Google Shape;365;p41"/>
          <p:cNvSpPr txBox="1"/>
          <p:nvPr>
            <p:ph idx="7" type="subTitle"/>
          </p:nvPr>
        </p:nvSpPr>
        <p:spPr>
          <a:xfrm>
            <a:off x="3768500" y="3407943"/>
            <a:ext cx="1606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1"/>
          <p:cNvSpPr txBox="1"/>
          <p:nvPr>
            <p:ph idx="8" type="subTitle"/>
          </p:nvPr>
        </p:nvSpPr>
        <p:spPr>
          <a:xfrm>
            <a:off x="3604790" y="3039918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7" name="Google Shape;367;p41"/>
          <p:cNvSpPr txBox="1"/>
          <p:nvPr>
            <p:ph idx="9" type="subTitle"/>
          </p:nvPr>
        </p:nvSpPr>
        <p:spPr>
          <a:xfrm>
            <a:off x="3604790" y="2529480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8" name="Google Shape;368;p41"/>
          <p:cNvSpPr/>
          <p:nvPr/>
        </p:nvSpPr>
        <p:spPr>
          <a:xfrm>
            <a:off x="3577850" y="1722475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565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13994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1" name="Google Shape;3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125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8">
  <p:cSld name="CUSTOM_54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idx="1" type="subTitle"/>
          </p:nvPr>
        </p:nvSpPr>
        <p:spPr>
          <a:xfrm>
            <a:off x="974900" y="3744804"/>
            <a:ext cx="215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2"/>
          <p:cNvSpPr txBox="1"/>
          <p:nvPr>
            <p:ph idx="2" type="subTitle"/>
          </p:nvPr>
        </p:nvSpPr>
        <p:spPr>
          <a:xfrm>
            <a:off x="3554325" y="37448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42"/>
          <p:cNvSpPr txBox="1"/>
          <p:nvPr>
            <p:ph idx="3" type="subTitle"/>
          </p:nvPr>
        </p:nvSpPr>
        <p:spPr>
          <a:xfrm>
            <a:off x="6002400" y="37472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2"/>
          <p:cNvSpPr txBox="1"/>
          <p:nvPr>
            <p:ph idx="4" type="subTitle"/>
          </p:nvPr>
        </p:nvSpPr>
        <p:spPr>
          <a:xfrm>
            <a:off x="965900" y="3428412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7" name="Google Shape;377;p42"/>
          <p:cNvSpPr txBox="1"/>
          <p:nvPr>
            <p:ph idx="5" type="subTitle"/>
          </p:nvPr>
        </p:nvSpPr>
        <p:spPr>
          <a:xfrm>
            <a:off x="3566479" y="3439312"/>
            <a:ext cx="2144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8" name="Google Shape;378;p42"/>
          <p:cNvSpPr txBox="1"/>
          <p:nvPr>
            <p:ph idx="6" type="subTitle"/>
          </p:nvPr>
        </p:nvSpPr>
        <p:spPr>
          <a:xfrm>
            <a:off x="5987250" y="3439300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379" name="Google Shape;37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4">
  <p:cSld name="CUSTOM_17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87" name="Google Shape;38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8926" y="4150897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67964" y="4293802"/>
            <a:ext cx="1414025" cy="12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8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8650"/>
            <a:ext cx="3300524" cy="29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43475" y="0"/>
            <a:ext cx="3300524" cy="29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6">
  <p:cSld name="CUSTOM_19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1524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72867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5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5">
  <p:cSld name="CUSTOM_23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4" name="Google Shape;404;p46"/>
          <p:cNvSpPr txBox="1"/>
          <p:nvPr>
            <p:ph idx="2" type="ctrTitle"/>
          </p:nvPr>
        </p:nvSpPr>
        <p:spPr>
          <a:xfrm>
            <a:off x="16904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5" name="Google Shape;405;p46"/>
          <p:cNvSpPr txBox="1"/>
          <p:nvPr>
            <p:ph idx="1" type="subTitle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6" name="Google Shape;406;p46"/>
          <p:cNvSpPr txBox="1"/>
          <p:nvPr>
            <p:ph idx="3" type="ctrTitle"/>
          </p:nvPr>
        </p:nvSpPr>
        <p:spPr>
          <a:xfrm>
            <a:off x="16904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46"/>
          <p:cNvSpPr txBox="1"/>
          <p:nvPr>
            <p:ph idx="4" type="subTitle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8" name="Google Shape;408;p46"/>
          <p:cNvSpPr txBox="1"/>
          <p:nvPr>
            <p:ph idx="5" type="ctrTitle"/>
          </p:nvPr>
        </p:nvSpPr>
        <p:spPr>
          <a:xfrm>
            <a:off x="48243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6"/>
          <p:cNvSpPr txBox="1"/>
          <p:nvPr>
            <p:ph idx="6" type="subTitle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0" name="Google Shape;410;p46"/>
          <p:cNvSpPr txBox="1"/>
          <p:nvPr>
            <p:ph idx="7" type="ctrTitle"/>
          </p:nvPr>
        </p:nvSpPr>
        <p:spPr>
          <a:xfrm>
            <a:off x="48243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1" name="Google Shape;411;p46"/>
          <p:cNvSpPr txBox="1"/>
          <p:nvPr>
            <p:ph idx="8" type="subTitle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412" name="Google Shape;412;p46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" name="Google Shape;41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41050" y="-57604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34550" y="-57638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44075" y="3612343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31525" y="3621493"/>
            <a:ext cx="2754276" cy="24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6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47"/>
          <p:cNvSpPr txBox="1"/>
          <p:nvPr>
            <p:ph idx="2" type="ctrTitle"/>
          </p:nvPr>
        </p:nvSpPr>
        <p:spPr>
          <a:xfrm>
            <a:off x="229439" y="23760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1" name="Google Shape;421;p47"/>
          <p:cNvSpPr txBox="1"/>
          <p:nvPr>
            <p:ph idx="1" type="subTitle"/>
          </p:nvPr>
        </p:nvSpPr>
        <p:spPr>
          <a:xfrm>
            <a:off x="590789" y="28374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2" name="Google Shape;422;p47"/>
          <p:cNvSpPr txBox="1"/>
          <p:nvPr>
            <p:ph idx="3" type="ctrTitle"/>
          </p:nvPr>
        </p:nvSpPr>
        <p:spPr>
          <a:xfrm>
            <a:off x="2243273" y="23811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3" name="Google Shape;423;p47"/>
          <p:cNvSpPr txBox="1"/>
          <p:nvPr>
            <p:ph idx="4" type="subTitle"/>
          </p:nvPr>
        </p:nvSpPr>
        <p:spPr>
          <a:xfrm>
            <a:off x="2604623" y="28425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47"/>
          <p:cNvSpPr txBox="1"/>
          <p:nvPr>
            <p:ph idx="5" type="ctrTitle"/>
          </p:nvPr>
        </p:nvSpPr>
        <p:spPr>
          <a:xfrm>
            <a:off x="4285903" y="23865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7"/>
          <p:cNvSpPr txBox="1"/>
          <p:nvPr>
            <p:ph idx="6" type="subTitle"/>
          </p:nvPr>
        </p:nvSpPr>
        <p:spPr>
          <a:xfrm>
            <a:off x="4647253" y="28479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6" name="Google Shape;426;p47"/>
          <p:cNvSpPr txBox="1"/>
          <p:nvPr>
            <p:ph idx="7" type="ctrTitle"/>
          </p:nvPr>
        </p:nvSpPr>
        <p:spPr>
          <a:xfrm>
            <a:off x="6290426" y="23916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47"/>
          <p:cNvSpPr txBox="1"/>
          <p:nvPr>
            <p:ph idx="8" type="subTitle"/>
          </p:nvPr>
        </p:nvSpPr>
        <p:spPr>
          <a:xfrm>
            <a:off x="6651776" y="28530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28" name="Google Shape;42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5173671" y="1733509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3131041" y="1723025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"/>
          <p:cNvSpPr/>
          <p:nvPr/>
        </p:nvSpPr>
        <p:spPr>
          <a:xfrm>
            <a:off x="7178193" y="1733522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7"/>
          <p:cNvSpPr/>
          <p:nvPr/>
        </p:nvSpPr>
        <p:spPr>
          <a:xfrm>
            <a:off x="1117206" y="1723013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5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/>
          <p:nvPr>
            <p:ph type="ctrTitle"/>
          </p:nvPr>
        </p:nvSpPr>
        <p:spPr>
          <a:xfrm flipH="1">
            <a:off x="540000" y="452026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8" name="Google Shape;438;p48"/>
          <p:cNvSpPr txBox="1"/>
          <p:nvPr>
            <p:ph idx="1" type="subTitle"/>
          </p:nvPr>
        </p:nvSpPr>
        <p:spPr>
          <a:xfrm>
            <a:off x="77210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39" name="Google Shape;43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8"/>
          <p:cNvSpPr txBox="1"/>
          <p:nvPr>
            <p:ph hasCustomPrompt="1" idx="2" type="title"/>
          </p:nvPr>
        </p:nvSpPr>
        <p:spPr>
          <a:xfrm>
            <a:off x="7721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48"/>
          <p:cNvSpPr txBox="1"/>
          <p:nvPr>
            <p:ph idx="3" type="subTitle"/>
          </p:nvPr>
        </p:nvSpPr>
        <p:spPr>
          <a:xfrm>
            <a:off x="763375" y="2854584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5" name="Google Shape;445;p48"/>
          <p:cNvSpPr txBox="1"/>
          <p:nvPr>
            <p:ph hasCustomPrompt="1" idx="4" type="title"/>
          </p:nvPr>
        </p:nvSpPr>
        <p:spPr>
          <a:xfrm>
            <a:off x="763375" y="2549389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48"/>
          <p:cNvSpPr txBox="1"/>
          <p:nvPr>
            <p:ph idx="5" type="subTitle"/>
          </p:nvPr>
        </p:nvSpPr>
        <p:spPr>
          <a:xfrm>
            <a:off x="636935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7" name="Google Shape;447;p48"/>
          <p:cNvSpPr txBox="1"/>
          <p:nvPr>
            <p:ph hasCustomPrompt="1" idx="6" type="title"/>
          </p:nvPr>
        </p:nvSpPr>
        <p:spPr>
          <a:xfrm>
            <a:off x="63693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48"/>
          <p:cNvSpPr txBox="1"/>
          <p:nvPr>
            <p:ph idx="7" type="subTitle"/>
          </p:nvPr>
        </p:nvSpPr>
        <p:spPr>
          <a:xfrm>
            <a:off x="6369300" y="2849652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48"/>
          <p:cNvSpPr txBox="1"/>
          <p:nvPr>
            <p:ph hasCustomPrompt="1" idx="8" type="title"/>
          </p:nvPr>
        </p:nvSpPr>
        <p:spPr>
          <a:xfrm>
            <a:off x="6369300" y="2549402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56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2" name="Google Shape;452;p49"/>
          <p:cNvSpPr txBox="1"/>
          <p:nvPr>
            <p:ph idx="1" type="subTitle"/>
          </p:nvPr>
        </p:nvSpPr>
        <p:spPr>
          <a:xfrm>
            <a:off x="1132000" y="3432862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53" name="Google Shape;45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/>
          <p:nvPr>
            <p:ph hasCustomPrompt="1" idx="2" type="title"/>
          </p:nvPr>
        </p:nvSpPr>
        <p:spPr>
          <a:xfrm>
            <a:off x="3725850" y="2029263"/>
            <a:ext cx="1515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49"/>
          <p:cNvSpPr txBox="1"/>
          <p:nvPr>
            <p:ph hasCustomPrompt="1" idx="3" type="title"/>
          </p:nvPr>
        </p:nvSpPr>
        <p:spPr>
          <a:xfrm>
            <a:off x="3022450" y="3601675"/>
            <a:ext cx="14073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49"/>
          <p:cNvSpPr txBox="1"/>
          <p:nvPr>
            <p:ph hasCustomPrompt="1" idx="4" type="title"/>
          </p:nvPr>
        </p:nvSpPr>
        <p:spPr>
          <a:xfrm>
            <a:off x="4565843" y="3408687"/>
            <a:ext cx="6858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49"/>
          <p:cNvSpPr txBox="1"/>
          <p:nvPr>
            <p:ph idx="5" type="subTitle"/>
          </p:nvPr>
        </p:nvSpPr>
        <p:spPr>
          <a:xfrm>
            <a:off x="5445069" y="1751762"/>
            <a:ext cx="18687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8" name="Google Shape;458;p49"/>
          <p:cNvSpPr txBox="1"/>
          <p:nvPr>
            <p:ph idx="6" type="subTitle"/>
          </p:nvPr>
        </p:nvSpPr>
        <p:spPr>
          <a:xfrm>
            <a:off x="5326225" y="3441195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9" name="Google Shape;459;p49"/>
          <p:cNvSpPr txBox="1"/>
          <p:nvPr>
            <p:ph idx="7" type="subTitle"/>
          </p:nvPr>
        </p:nvSpPr>
        <p:spPr>
          <a:xfrm>
            <a:off x="5439558" y="1986687"/>
            <a:ext cx="18687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0" name="Google Shape;460;p49"/>
          <p:cNvSpPr txBox="1"/>
          <p:nvPr>
            <p:ph idx="8" type="subTitle"/>
          </p:nvPr>
        </p:nvSpPr>
        <p:spPr>
          <a:xfrm>
            <a:off x="5328925" y="3808995"/>
            <a:ext cx="18687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1" name="Google Shape;461;p49"/>
          <p:cNvSpPr txBox="1"/>
          <p:nvPr>
            <p:ph idx="9" type="subTitle"/>
          </p:nvPr>
        </p:nvSpPr>
        <p:spPr>
          <a:xfrm>
            <a:off x="1132000" y="3592190"/>
            <a:ext cx="1874100" cy="7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25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8">
  <p:cSld name="CUSTOM_26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-914119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149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1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CUSTOM_57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/>
          <p:nvPr>
            <p:ph hasCustomPrompt="1" type="title"/>
          </p:nvPr>
        </p:nvSpPr>
        <p:spPr>
          <a:xfrm>
            <a:off x="416676" y="1400075"/>
            <a:ext cx="60144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52"/>
          <p:cNvSpPr txBox="1"/>
          <p:nvPr>
            <p:ph idx="1" type="subTitle"/>
          </p:nvPr>
        </p:nvSpPr>
        <p:spPr>
          <a:xfrm>
            <a:off x="540000" y="3159050"/>
            <a:ext cx="6016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5" name="Google Shape;4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325" y="-1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6843315" y="306759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 rot="5400000">
            <a:off x="1688625" y="-740500"/>
            <a:ext cx="3179100" cy="6556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9">
  <p:cSld name="CUSTOM_58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80" name="Google Shape;4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/>
          <p:nvPr>
            <p:ph idx="1" type="subTitle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53"/>
          <p:cNvSpPr txBox="1"/>
          <p:nvPr>
            <p:ph idx="2" type="subTitle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3"/>
          <p:cNvSpPr txBox="1"/>
          <p:nvPr>
            <p:ph idx="3" type="subTitle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53"/>
          <p:cNvSpPr txBox="1"/>
          <p:nvPr>
            <p:ph idx="4" type="subTitle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85" name="Google Shape;485;p53"/>
          <p:cNvSpPr txBox="1"/>
          <p:nvPr>
            <p:ph idx="5" type="subTitle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86" name="Google Shape;486;p53"/>
          <p:cNvSpPr txBox="1"/>
          <p:nvPr>
            <p:ph idx="6" type="subTitle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0">
  <p:cSld name="CUSTOM_59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1" name="Google Shape;491;p54"/>
          <p:cNvSpPr txBox="1"/>
          <p:nvPr>
            <p:ph idx="1" type="subTitle"/>
          </p:nvPr>
        </p:nvSpPr>
        <p:spPr>
          <a:xfrm>
            <a:off x="768200" y="2833363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54"/>
          <p:cNvSpPr txBox="1"/>
          <p:nvPr>
            <p:ph idx="2" type="subTitle"/>
          </p:nvPr>
        </p:nvSpPr>
        <p:spPr>
          <a:xfrm>
            <a:off x="3833745" y="2843907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4"/>
          <p:cNvSpPr txBox="1"/>
          <p:nvPr>
            <p:ph idx="3" type="subTitle"/>
          </p:nvPr>
        </p:nvSpPr>
        <p:spPr>
          <a:xfrm>
            <a:off x="6910975" y="2835788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54"/>
          <p:cNvSpPr txBox="1"/>
          <p:nvPr>
            <p:ph idx="4" type="subTitle"/>
          </p:nvPr>
        </p:nvSpPr>
        <p:spPr>
          <a:xfrm>
            <a:off x="768200" y="2472707"/>
            <a:ext cx="14319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5" name="Google Shape;495;p54"/>
          <p:cNvSpPr txBox="1"/>
          <p:nvPr>
            <p:ph idx="5" type="subTitle"/>
          </p:nvPr>
        </p:nvSpPr>
        <p:spPr>
          <a:xfrm>
            <a:off x="3833875" y="2472725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6" name="Google Shape;496;p54"/>
          <p:cNvSpPr txBox="1"/>
          <p:nvPr>
            <p:ph idx="6" type="subTitle"/>
          </p:nvPr>
        </p:nvSpPr>
        <p:spPr>
          <a:xfrm>
            <a:off x="6911111" y="2476132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7" name="Google Shape;497;p54"/>
          <p:cNvSpPr/>
          <p:nvPr/>
        </p:nvSpPr>
        <p:spPr>
          <a:xfrm rot="5400000">
            <a:off x="287567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4"/>
          <p:cNvSpPr/>
          <p:nvPr/>
        </p:nvSpPr>
        <p:spPr>
          <a:xfrm rot="5400000">
            <a:off x="1194834" y="1350189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4"/>
          <p:cNvSpPr/>
          <p:nvPr/>
        </p:nvSpPr>
        <p:spPr>
          <a:xfrm rot="5400000">
            <a:off x="3385220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4"/>
          <p:cNvSpPr/>
          <p:nvPr/>
        </p:nvSpPr>
        <p:spPr>
          <a:xfrm rot="5400000">
            <a:off x="6415442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4"/>
          <p:cNvSpPr/>
          <p:nvPr/>
        </p:nvSpPr>
        <p:spPr>
          <a:xfrm rot="5400000">
            <a:off x="7328448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4"/>
          <p:cNvSpPr/>
          <p:nvPr/>
        </p:nvSpPr>
        <p:spPr>
          <a:xfrm rot="5400000">
            <a:off x="4290136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810644" y="-1661952"/>
            <a:ext cx="3711324" cy="33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7">
  <p:cSld name="CUSTOM_60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7" name="Google Shape;507;p55"/>
          <p:cNvSpPr txBox="1"/>
          <p:nvPr>
            <p:ph idx="2" type="ctrTitle"/>
          </p:nvPr>
        </p:nvSpPr>
        <p:spPr>
          <a:xfrm>
            <a:off x="2393800" y="3851557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8" name="Google Shape;508;p55"/>
          <p:cNvSpPr txBox="1"/>
          <p:nvPr>
            <p:ph idx="1" type="subTitle"/>
          </p:nvPr>
        </p:nvSpPr>
        <p:spPr>
          <a:xfrm>
            <a:off x="2393800" y="4112538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9" name="Google Shape;509;p55"/>
          <p:cNvSpPr txBox="1"/>
          <p:nvPr>
            <p:ph idx="3" type="ctrTitle"/>
          </p:nvPr>
        </p:nvSpPr>
        <p:spPr>
          <a:xfrm>
            <a:off x="4454450" y="3859775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0" name="Google Shape;510;p55"/>
          <p:cNvSpPr txBox="1"/>
          <p:nvPr>
            <p:ph idx="4" type="subTitle"/>
          </p:nvPr>
        </p:nvSpPr>
        <p:spPr>
          <a:xfrm>
            <a:off x="4454600" y="4111838"/>
            <a:ext cx="1231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1" name="Google Shape;511;p55"/>
          <p:cNvSpPr txBox="1"/>
          <p:nvPr>
            <p:ph idx="5" type="ctrTitle"/>
          </p:nvPr>
        </p:nvSpPr>
        <p:spPr>
          <a:xfrm>
            <a:off x="3443775" y="1362901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2" name="Google Shape;512;p55"/>
          <p:cNvSpPr txBox="1"/>
          <p:nvPr>
            <p:ph idx="6" type="subTitle"/>
          </p:nvPr>
        </p:nvSpPr>
        <p:spPr>
          <a:xfrm>
            <a:off x="3443626" y="1656449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3" name="Google Shape;513;p55"/>
          <p:cNvSpPr txBox="1"/>
          <p:nvPr>
            <p:ph idx="7" type="ctrTitle"/>
          </p:nvPr>
        </p:nvSpPr>
        <p:spPr>
          <a:xfrm>
            <a:off x="5498425" y="1361363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4" name="Google Shape;514;p55"/>
          <p:cNvSpPr txBox="1"/>
          <p:nvPr>
            <p:ph idx="8" type="subTitle"/>
          </p:nvPr>
        </p:nvSpPr>
        <p:spPr>
          <a:xfrm>
            <a:off x="5498325" y="1654912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6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6"/>
          <p:cNvSpPr txBox="1"/>
          <p:nvPr>
            <p:ph type="ctrTitle"/>
          </p:nvPr>
        </p:nvSpPr>
        <p:spPr>
          <a:xfrm flipH="1">
            <a:off x="622800" y="454555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9" name="Google Shape;519;p56"/>
          <p:cNvSpPr txBox="1"/>
          <p:nvPr>
            <p:ph idx="1" type="subTitle"/>
          </p:nvPr>
        </p:nvSpPr>
        <p:spPr>
          <a:xfrm>
            <a:off x="1573144" y="1489382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56"/>
          <p:cNvSpPr txBox="1"/>
          <p:nvPr>
            <p:ph idx="2" type="subTitle"/>
          </p:nvPr>
        </p:nvSpPr>
        <p:spPr>
          <a:xfrm>
            <a:off x="3787682" y="14910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56"/>
          <p:cNvSpPr txBox="1"/>
          <p:nvPr>
            <p:ph idx="3" type="subTitle"/>
          </p:nvPr>
        </p:nvSpPr>
        <p:spPr>
          <a:xfrm>
            <a:off x="6064122" y="14934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56"/>
          <p:cNvSpPr txBox="1"/>
          <p:nvPr>
            <p:ph idx="4" type="subTitle"/>
          </p:nvPr>
        </p:nvSpPr>
        <p:spPr>
          <a:xfrm>
            <a:off x="1573145" y="1060472"/>
            <a:ext cx="15558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3" name="Google Shape;523;p56"/>
          <p:cNvSpPr txBox="1"/>
          <p:nvPr>
            <p:ph idx="5" type="subTitle"/>
          </p:nvPr>
        </p:nvSpPr>
        <p:spPr>
          <a:xfrm>
            <a:off x="3787824" y="1072622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4" name="Google Shape;524;p56"/>
          <p:cNvSpPr txBox="1"/>
          <p:nvPr>
            <p:ph idx="6" type="subTitle"/>
          </p:nvPr>
        </p:nvSpPr>
        <p:spPr>
          <a:xfrm>
            <a:off x="6064270" y="1065510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5" name="Google Shape;525;p56"/>
          <p:cNvSpPr txBox="1"/>
          <p:nvPr>
            <p:ph idx="7" type="subTitle"/>
          </p:nvPr>
        </p:nvSpPr>
        <p:spPr>
          <a:xfrm>
            <a:off x="2692432" y="4157457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56"/>
          <p:cNvSpPr txBox="1"/>
          <p:nvPr>
            <p:ph idx="8" type="subTitle"/>
          </p:nvPr>
        </p:nvSpPr>
        <p:spPr>
          <a:xfrm>
            <a:off x="4906147" y="4138965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56"/>
          <p:cNvSpPr txBox="1"/>
          <p:nvPr>
            <p:ph idx="9" type="subTitle"/>
          </p:nvPr>
        </p:nvSpPr>
        <p:spPr>
          <a:xfrm>
            <a:off x="2692574" y="3773185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8" name="Google Shape;528;p56"/>
          <p:cNvSpPr txBox="1"/>
          <p:nvPr>
            <p:ph idx="13" type="subTitle"/>
          </p:nvPr>
        </p:nvSpPr>
        <p:spPr>
          <a:xfrm>
            <a:off x="4906295" y="3774166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27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/>
          <p:nvPr>
            <p:ph type="ctrTitle"/>
          </p:nvPr>
        </p:nvSpPr>
        <p:spPr>
          <a:xfrm flipH="1">
            <a:off x="457200" y="444899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31" name="Google Shape;53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31825" y="-795109"/>
            <a:ext cx="3139825" cy="28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20369" y="-796531"/>
            <a:ext cx="3139825" cy="28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28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466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465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8"/>
          <p:cNvSpPr txBox="1"/>
          <p:nvPr>
            <p:ph type="ctrTitle"/>
          </p:nvPr>
        </p:nvSpPr>
        <p:spPr>
          <a:xfrm flipH="1">
            <a:off x="540000" y="507400"/>
            <a:ext cx="8064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">
  <p:cSld name="CUSTOM_34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9"/>
          <p:cNvSpPr txBox="1"/>
          <p:nvPr>
            <p:ph type="ctrTitle"/>
          </p:nvPr>
        </p:nvSpPr>
        <p:spPr>
          <a:xfrm flipH="1">
            <a:off x="457200" y="1443030"/>
            <a:ext cx="26958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/>
        </p:nvSpPr>
        <p:spPr>
          <a:xfrm>
            <a:off x="3390325" y="2006627"/>
            <a:ext cx="28182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59"/>
          <p:cNvSpPr txBox="1"/>
          <p:nvPr>
            <p:ph idx="1" type="subTitle"/>
          </p:nvPr>
        </p:nvSpPr>
        <p:spPr>
          <a:xfrm>
            <a:off x="457188" y="2038763"/>
            <a:ext cx="2695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43" name="Google Shape;5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071778" y="-1374105"/>
            <a:ext cx="4072221" cy="367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058749" y="2776786"/>
            <a:ext cx="4072221" cy="3674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29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47" name="Google Shape;54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70966" y="39734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18995" y="389356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62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53" name="Google Shape;55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33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/>
          <p:nvPr>
            <p:ph type="ctrTitle"/>
          </p:nvPr>
        </p:nvSpPr>
        <p:spPr>
          <a:xfrm flipH="1">
            <a:off x="540000" y="45557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7" name="Google Shape;557;p62"/>
          <p:cNvSpPr txBox="1"/>
          <p:nvPr>
            <p:ph idx="1" type="subTitle"/>
          </p:nvPr>
        </p:nvSpPr>
        <p:spPr>
          <a:xfrm>
            <a:off x="2588100" y="2210650"/>
            <a:ext cx="3967800" cy="18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58" name="Google Shape;558;p62">
            <a:hlinkClick r:id="rId2"/>
          </p:cNvPr>
          <p:cNvSpPr txBox="1"/>
          <p:nvPr>
            <p:ph idx="2" type="ctrTitle"/>
          </p:nvPr>
        </p:nvSpPr>
        <p:spPr>
          <a:xfrm>
            <a:off x="3224100" y="1799442"/>
            <a:ext cx="2695800" cy="2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59" name="Google Shape;5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247964" y="32876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984228" y="32077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4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41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"/>
          <p:cNvSpPr txBox="1"/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 Efficacy in Network Model Creation</a:t>
            </a:r>
            <a:endParaRPr/>
          </a:p>
        </p:txBody>
      </p:sp>
      <p:sp>
        <p:nvSpPr>
          <p:cNvPr id="572" name="Google Shape;572;p65"/>
          <p:cNvSpPr txBox="1"/>
          <p:nvPr>
            <p:ph idx="1" type="subTitle"/>
          </p:nvPr>
        </p:nvSpPr>
        <p:spPr>
          <a:xfrm>
            <a:off x="491925" y="4169275"/>
            <a:ext cx="82296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Arden Michel, Miriam Antony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"/>
          <p:cNvSpPr txBox="1"/>
          <p:nvPr>
            <p:ph idx="4" type="ctrTitle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578" name="Google Shape;578;p66"/>
          <p:cNvSpPr txBox="1"/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79" name="Google Shape;579;p66"/>
          <p:cNvSpPr txBox="1"/>
          <p:nvPr>
            <p:ph idx="2" type="ctrTitle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80" name="Google Shape;580;p66"/>
          <p:cNvSpPr txBox="1"/>
          <p:nvPr>
            <p:ph idx="6" type="ctrTitle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81" name="Google Shape;581;p66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82" name="Google Shape;582;p66"/>
          <p:cNvSpPr txBox="1"/>
          <p:nvPr>
            <p:ph idx="9" type="title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3" name="Google Shape;583;p66"/>
          <p:cNvSpPr txBox="1"/>
          <p:nvPr>
            <p:ph idx="13" type="title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4" name="Google Shape;584;p66"/>
          <p:cNvSpPr txBox="1"/>
          <p:nvPr>
            <p:ph idx="14" type="title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5" name="Google Shape;585;p66"/>
          <p:cNvSpPr txBox="1"/>
          <p:nvPr>
            <p:ph idx="15" type="title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586" name="Google Shape;586;p66"/>
          <p:cNvCxnSpPr/>
          <p:nvPr/>
        </p:nvCxnSpPr>
        <p:spPr>
          <a:xfrm>
            <a:off x="2273400" y="21661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66"/>
          <p:cNvCxnSpPr/>
          <p:nvPr/>
        </p:nvCxnSpPr>
        <p:spPr>
          <a:xfrm>
            <a:off x="2273400" y="3699378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7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INTRODUCTION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67"/>
          <p:cNvSpPr txBox="1"/>
          <p:nvPr>
            <p:ph idx="1" type="subTitle"/>
          </p:nvPr>
        </p:nvSpPr>
        <p:spPr>
          <a:xfrm>
            <a:off x="964050" y="1454625"/>
            <a:ext cx="74988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Char char="●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Amazon, Hulu, and Youtube are responsible for a good majority of internet traffic in the current day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Char char="○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Projected growth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Char char="●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Using flows, wireshark to obtain data points in model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Char char="○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Each flow was 1 second worth of data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Char char="○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Key collected data points: packet count, average packet interval, maximum packet interval, minimum packet interval, average packet length, maximum packet length, minimum packet length, total packet length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8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599" name="Google Shape;599;p68"/>
          <p:cNvSpPr txBox="1"/>
          <p:nvPr>
            <p:ph idx="1" type="subTitle"/>
          </p:nvPr>
        </p:nvSpPr>
        <p:spPr>
          <a:xfrm>
            <a:off x="1160100" y="13060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rabi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Manually</a:t>
            </a: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 scraping data 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rabi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Cleaning dataset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rabi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Creation of model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lphaL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Decision Tree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lphaL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Improved SVM(with Gradient Boosting and Random Foresting)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rabi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Refining model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Squada One"/>
              <a:buAutoNum type="arabicPeriod"/>
            </a:pPr>
            <a:r>
              <a:rPr lang="en" sz="2400">
                <a:latin typeface="Squada One"/>
                <a:ea typeface="Squada One"/>
                <a:cs typeface="Squada One"/>
                <a:sym typeface="Squada One"/>
              </a:rPr>
              <a:t>Analysis of model</a:t>
            </a:r>
            <a:endParaRPr sz="2400"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9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comparison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9"/>
          <p:cNvSpPr txBox="1"/>
          <p:nvPr>
            <p:ph idx="1" type="subTitle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●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Baseline Model produced accuracy of 62.74% accuracy with an F1-score of 60.18%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○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Struggled telling the difference </a:t>
            </a: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between</a:t>
            </a: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YouTube and Hulu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■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Led to overrepresentation of Hulu(recall rate of 83.9%) and a neglect of YouTube(recall rate 28%)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●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Improved SVM produced an accuracy of 69.75% with an F1-score of 69.48%.  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○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Succeeded due to finding small differences in YouTube and Hulu and majority voting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○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Gradient Boosting finds the small differences through 200 sequential trees and conducts error correction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○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Random Foresting implements majority voting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●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Feature ceiling increased overlap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●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Future research should add more features such as 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Char char="○"/>
            </a:pPr>
            <a:r>
              <a:rPr lang="en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Burst count, burst size, TLS record size etc…</a:t>
            </a:r>
            <a:endParaRPr sz="1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0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0"/>
          <p:cNvSpPr txBox="1"/>
          <p:nvPr>
            <p:ph idx="1" type="subTitle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Char char="●"/>
            </a:pPr>
            <a:r>
              <a:rPr lang="en" sz="1600">
                <a:latin typeface="Squada One"/>
                <a:ea typeface="Squada One"/>
                <a:cs typeface="Squada One"/>
                <a:sym typeface="Squada One"/>
              </a:rPr>
              <a:t>Improved SVM model’s approach provides robustness and superior performance </a:t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Char char="●"/>
            </a:pPr>
            <a:r>
              <a:rPr lang="en" sz="1600">
                <a:latin typeface="Squada One"/>
                <a:ea typeface="Squada One"/>
                <a:cs typeface="Squada One"/>
                <a:sym typeface="Squada One"/>
              </a:rPr>
              <a:t>Serves as a foundation for future developments in network traffic analysis </a:t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Char char="●"/>
            </a:pPr>
            <a:r>
              <a:rPr lang="en" sz="1600">
                <a:latin typeface="Squada One"/>
                <a:ea typeface="Squada One"/>
                <a:cs typeface="Squada One"/>
                <a:sym typeface="Squada One"/>
              </a:rPr>
              <a:t>Results indicate the importance of dataset size and diversity in model training, highlighting the need for expansion in future work. </a:t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Char char="●"/>
            </a:pPr>
            <a:r>
              <a:rPr lang="en" sz="1600">
                <a:latin typeface="Squada One"/>
                <a:ea typeface="Squada One"/>
                <a:cs typeface="Squada One"/>
                <a:sym typeface="Squada One"/>
              </a:rPr>
              <a:t>Patterns contributes significantly to efficient network management, security, and performance optimization </a:t>
            </a:r>
            <a:endParaRPr sz="1600"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